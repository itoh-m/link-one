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1020" y="-15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06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90522" cy="164592"/>
          </a:xfrm>
          <a:prstGeom prst="rect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90522" y="0"/>
            <a:ext cx="1890522" cy="164592"/>
          </a:xfrm>
          <a:prstGeom prst="rect">
            <a:avLst/>
          </a:prstGeom>
          <a:solidFill>
            <a:srgbClr val="F2C13E"/>
          </a:solidFill>
          <a:ln w="12700">
            <a:solidFill>
              <a:srgbClr val="F2C13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781044" y="0"/>
            <a:ext cx="1890522" cy="164592"/>
          </a:xfrm>
          <a:prstGeom prst="rect">
            <a:avLst/>
          </a:prstGeom>
          <a:solidFill>
            <a:srgbClr val="2DAFA3"/>
          </a:solidFill>
          <a:ln w="12700">
            <a:solidFill>
              <a:srgbClr val="2DAF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671566" y="0"/>
            <a:ext cx="1890522" cy="164592"/>
          </a:xfrm>
          <a:prstGeom prst="rect">
            <a:avLst/>
          </a:prstGeom>
          <a:solidFill>
            <a:srgbClr val="6FBE5E"/>
          </a:solidFill>
          <a:ln w="12700">
            <a:solidFill>
              <a:srgbClr val="6FBE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644" y="77724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788920"/>
            <a:ext cx="6556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dirty="0">
                <a:solidFill>
                  <a:srgbClr val="2D2D2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サンプルを受け取っていただき</a:t>
            </a:r>
            <a:r>
              <a:rPr lang="en-US" sz="1800" dirty="0">
                <a:solidFill>
                  <a:srgbClr val="2D2D2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6556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2D2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ありがとうございます。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5824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本サンプルは、各産地に深く根ざした輸入専門商社のアライアンス「LinkOne（リンクワン）」加盟各社からお届けしているものです。ご縁がございましたら、お試しいただけますと幸いに存じます。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5349240"/>
            <a:ext cx="548640" cy="0"/>
          </a:xfrm>
          <a:prstGeom prst="line">
            <a:avLst/>
          </a:prstGeom>
          <a:noFill/>
          <a:ln w="25400">
            <a:solidFill>
              <a:srgbClr val="E95F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118872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9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LINKONE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5577840"/>
            <a:ext cx="6556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2D2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特定産地に強い、輸入商社のアライアンス。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6419088"/>
            <a:ext cx="201168" cy="201168"/>
          </a:xfrm>
          <a:prstGeom prst="ellipse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914400" y="6309360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つながり (Link)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6675120"/>
            <a:ext cx="6144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国・地域ごとの専門商社が連携し、知識と情報を共有。ロースターの皆さまに、より広い選択肢を一度にお届けします。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7470648"/>
            <a:ext cx="201168" cy="201168"/>
          </a:xfrm>
          <a:prstGeom prst="ellipse">
            <a:avLst/>
          </a:prstGeom>
          <a:solidFill>
            <a:srgbClr val="2DAFA3"/>
          </a:solidFill>
          <a:ln w="12700">
            <a:solidFill>
              <a:srgbClr val="2DAF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914400" y="7360920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個性 (Uniqueness)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7726680"/>
            <a:ext cx="6144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各社が現地と築いた直接取引のルートから、その産地ならではのユニークなロットをセレクトしています。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8522208"/>
            <a:ext cx="201168" cy="201168"/>
          </a:xfrm>
          <a:prstGeom prst="ellipse">
            <a:avLst/>
          </a:prstGeom>
          <a:solidFill>
            <a:srgbClr val="6FBE5E"/>
          </a:solidFill>
          <a:ln w="12700">
            <a:solidFill>
              <a:srgbClr val="6FBE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914400" y="8412480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持続可能性 (Sustainability)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8778240"/>
            <a:ext cx="6144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生産者・輸入者・ロースター・消費者すべてに価値をもたらす、持続可能なコーヒー流通のモデルを目指します。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10094976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the World's Finest Coffee Origins.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0" y="10369296"/>
            <a:ext cx="7562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 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90522" cy="164592"/>
          </a:xfrm>
          <a:prstGeom prst="rect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90522" y="0"/>
            <a:ext cx="1890522" cy="164592"/>
          </a:xfrm>
          <a:prstGeom prst="rect">
            <a:avLst/>
          </a:prstGeom>
          <a:solidFill>
            <a:srgbClr val="F2C13E"/>
          </a:solidFill>
          <a:ln w="12700">
            <a:solidFill>
              <a:srgbClr val="F2C13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781044" y="0"/>
            <a:ext cx="1890522" cy="164592"/>
          </a:xfrm>
          <a:prstGeom prst="rect">
            <a:avLst/>
          </a:prstGeom>
          <a:solidFill>
            <a:srgbClr val="2DAFA3"/>
          </a:solidFill>
          <a:ln w="12700">
            <a:solidFill>
              <a:srgbClr val="2DAF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671566" y="0"/>
            <a:ext cx="1890522" cy="164592"/>
          </a:xfrm>
          <a:prstGeom prst="rect">
            <a:avLst/>
          </a:prstGeom>
          <a:solidFill>
            <a:srgbClr val="6FBE5E"/>
          </a:solidFill>
          <a:ln w="12700">
            <a:solidFill>
              <a:srgbClr val="6FBE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502920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9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IMPORTERS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777240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参加インポーター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1508760"/>
            <a:ext cx="655624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02920" y="1645920"/>
            <a:ext cx="6556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LinkOne には、特定の産地に深い専門性をもつ輸入商社が集まっています。下記は加盟各社のご紹介です。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331720"/>
            <a:ext cx="6556248" cy="118872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02920" y="2331720"/>
            <a:ext cx="73152" cy="1188720"/>
          </a:xfrm>
          <a:prstGeom prst="rect">
            <a:avLst/>
          </a:prstGeom>
          <a:solidFill>
            <a:srgbClr val="6FBE5E"/>
          </a:solidFill>
          <a:ln w="12700">
            <a:solidFill>
              <a:srgbClr val="6FBE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5797296" y="249631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6FBE5E"/>
          </a:solidFill>
          <a:ln w="12700">
            <a:solidFill>
              <a:srgbClr val="6FBE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5797296" y="24963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ブラジル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45059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 Mirai Seeds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2788920"/>
            <a:ext cx="6144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BE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グアリロバ農園 オフィシャルパートナー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" y="3044952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Cup of Excellence 受賞歴をもつグアリロバ農園との直接取引。トップロットの優先確保と完全なトレーサビリティを実現。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3630168"/>
            <a:ext cx="6556248" cy="118872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502920" y="3630168"/>
            <a:ext cx="73152" cy="1188720"/>
          </a:xfrm>
          <a:prstGeom prst="rect">
            <a:avLst/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7"/>
          <p:cNvSpPr/>
          <p:nvPr/>
        </p:nvSpPr>
        <p:spPr>
          <a:xfrm>
            <a:off x="5797296" y="379476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E95F5C"/>
          </a:solidFill>
          <a:ln w="12700">
            <a:solidFill>
              <a:srgbClr val="E95F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797296" y="3794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パナマ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3749040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Brisa and Tierra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4087368"/>
            <a:ext cx="6144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5F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パナマ専門商社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77240" y="4343400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ゲイシャをはじめとする希少品種・小規模生産者のユニークなマイクロロットを現地から直送。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4928616"/>
            <a:ext cx="6556248" cy="118872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502920" y="4928616"/>
            <a:ext cx="73152" cy="1188720"/>
          </a:xfrm>
          <a:prstGeom prst="rect">
            <a:avLst/>
          </a:prstGeom>
          <a:solidFill>
            <a:srgbClr val="C9921E"/>
          </a:solidFill>
          <a:ln w="12700">
            <a:solidFill>
              <a:srgbClr val="C9921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4"/>
          <p:cNvSpPr/>
          <p:nvPr/>
        </p:nvSpPr>
        <p:spPr>
          <a:xfrm>
            <a:off x="5797296" y="509320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921E"/>
          </a:solidFill>
          <a:ln w="12700">
            <a:solidFill>
              <a:srgbClr val="C9921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5797296" y="5093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台湾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" y="504748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ORIOWL 株式会社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77240" y="5385816"/>
            <a:ext cx="6144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2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台湾珈琲 専門商社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77240" y="5641848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アジアの新興産地として注目の台湾コーヒー。個性的な品種と精製方法を扱う生産者と連携。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" y="6227064"/>
            <a:ext cx="6556248" cy="118872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0"/>
          <p:cNvSpPr/>
          <p:nvPr/>
        </p:nvSpPr>
        <p:spPr>
          <a:xfrm>
            <a:off x="502920" y="6227064"/>
            <a:ext cx="73152" cy="1188720"/>
          </a:xfrm>
          <a:prstGeom prst="rect">
            <a:avLst/>
          </a:prstGeom>
          <a:solidFill>
            <a:srgbClr val="2DAFA3"/>
          </a:solidFill>
          <a:ln w="12700">
            <a:solidFill>
              <a:srgbClr val="2DAF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1"/>
          <p:cNvSpPr/>
          <p:nvPr/>
        </p:nvSpPr>
        <p:spPr>
          <a:xfrm>
            <a:off x="5797296" y="6391656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DAFA3"/>
          </a:solidFill>
          <a:ln w="12700">
            <a:solidFill>
              <a:srgbClr val="2DAF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/>
          <p:cNvSpPr/>
          <p:nvPr/>
        </p:nvSpPr>
        <p:spPr>
          <a:xfrm>
            <a:off x="5797296" y="63916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コスタリカ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77240" y="634593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PuraVida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77240" y="6684264"/>
            <a:ext cx="6144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A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コスタリカ専門商社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77240" y="6940296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マイクロミル革命の現場と直接つながり、ハニープロセスや嫌気性発酵など多彩なロットを提供。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02920" y="7525512"/>
            <a:ext cx="6556248" cy="118872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7"/>
          <p:cNvSpPr/>
          <p:nvPr/>
        </p:nvSpPr>
        <p:spPr>
          <a:xfrm>
            <a:off x="502920" y="7525512"/>
            <a:ext cx="73152" cy="1188720"/>
          </a:xfrm>
          <a:prstGeom prst="rect">
            <a:avLst/>
          </a:prstGeom>
          <a:solidFill>
            <a:srgbClr val="E68542"/>
          </a:solidFill>
          <a:ln w="12700">
            <a:solidFill>
              <a:srgbClr val="E6854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8"/>
          <p:cNvSpPr/>
          <p:nvPr/>
        </p:nvSpPr>
        <p:spPr>
          <a:xfrm>
            <a:off x="5797296" y="7690104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E68542"/>
          </a:solidFill>
          <a:ln w="12700">
            <a:solidFill>
              <a:srgbClr val="E6854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9"/>
          <p:cNvSpPr/>
          <p:nvPr/>
        </p:nvSpPr>
        <p:spPr>
          <a:xfrm>
            <a:off x="5797296" y="7690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インドネシア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77240" y="764438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 Rational Idea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77240" y="7982712"/>
            <a:ext cx="6144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85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Asosiasi Kopi Indonesia 日本総代理店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77240" y="8238744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スマトラ・スラウェシ・ジャワ各島の地域特性を活かした個性豊かなインドネシアコーヒーをラインナップ。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02920" y="8869680"/>
            <a:ext cx="655624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4"/>
          <p:cNvSpPr/>
          <p:nvPr/>
        </p:nvSpPr>
        <p:spPr>
          <a:xfrm>
            <a:off x="502920" y="8979408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ご質問やご感想がございましたら、各社へ直接、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02920" y="9217152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または本サンプルをお送りした担当社あてに、お気軽にお寄せください。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02920" y="10094976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LinkOne — Specialty Coffee Importers Alliance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0" y="10369296"/>
            <a:ext cx="7562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 —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154</Words>
  <Application>Microsoft Office PowerPoint</Application>
  <PresentationFormat>ユーザー設定</PresentationFormat>
  <Paragraphs>42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Yu Gothic</vt:lpstr>
      <vt:lpstr>Yu Mincho</vt:lpstr>
      <vt:lpstr>Arial</vt:lpstr>
      <vt:lpstr>Georgia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LinkOne サンプル品同梱資料</dc:title>
  <dc:subject>PptxGenJS Presentation</dc:subject>
  <dc:creator>LinkOne</dc:creator>
  <cp:lastModifiedBy>Marcelo Ito</cp:lastModifiedBy>
  <cp:revision>2</cp:revision>
  <dcterms:created xsi:type="dcterms:W3CDTF">2026-04-29T06:33:10Z</dcterms:created>
  <dcterms:modified xsi:type="dcterms:W3CDTF">2026-04-29T07:33:25Z</dcterms:modified>
</cp:coreProperties>
</file>